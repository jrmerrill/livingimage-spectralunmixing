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tp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"/>
          <p:cNvSpPr>
            <a:spLocks noGrp="1"/>
          </p:cNvSpPr>
          <p:nvPr>
            <p:ph type="tbl" sz="quarter" idx="11"/>
          </p:nvPr>
        </p:nvSpPr>
        <p:spPr>
          <a:xfrm>
            <a:off x="78501" y="2338740"/>
            <a:ext cx="6315046" cy="22250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lot"/>
          <p:cNvSpPr>
            <a:spLocks noGrp="1"/>
          </p:cNvSpPr>
          <p:nvPr>
            <p:ph type="pic" sz="quarter" idx="10" hasCustomPrompt="1"/>
          </p:nvPr>
        </p:nvSpPr>
        <p:spPr>
          <a:xfrm>
            <a:off x="6776429" y="1451939"/>
            <a:ext cx="5333558" cy="39986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Plot</a:t>
            </a:r>
            <a:endParaRPr lang="en-US" dirty="0"/>
          </a:p>
        </p:txBody>
      </p:sp>
      <p:sp>
        <p:nvSpPr>
          <p:cNvPr id="9" name="subject"/>
          <p:cNvSpPr>
            <a:spLocks noGrp="1"/>
          </p:cNvSpPr>
          <p:nvPr>
            <p:ph type="body" sz="quarter" idx="13" hasCustomPrompt="1"/>
          </p:nvPr>
        </p:nvSpPr>
        <p:spPr>
          <a:xfrm>
            <a:off x="3816992" y="696695"/>
            <a:ext cx="4571998" cy="571282"/>
          </a:xfrm>
        </p:spPr>
        <p:txBody>
          <a:bodyPr>
            <a:noAutofit/>
          </a:bodyPr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 smtClean="0"/>
              <a:t>subject</a:t>
            </a:r>
          </a:p>
        </p:txBody>
      </p:sp>
      <p:sp>
        <p:nvSpPr>
          <p:cNvPr id="10" name="sequence"/>
          <p:cNvSpPr>
            <a:spLocks noGrp="1"/>
          </p:cNvSpPr>
          <p:nvPr>
            <p:ph type="body" sz="quarter" idx="12" hasCustomPrompt="1"/>
          </p:nvPr>
        </p:nvSpPr>
        <p:spPr>
          <a:xfrm>
            <a:off x="3816992" y="125413"/>
            <a:ext cx="4571998" cy="571282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 smtClean="0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208406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51DE7-BF30-4280-8A6C-0A94ABC3DC26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4BFC3-A37C-438B-ABEC-9BE658F81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5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>Cold Spring Harbor Laboratory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imageanalysis</dc:creator>
  <cp:lastModifiedBy>imageanalysis</cp:lastModifiedBy>
  <cp:revision>4</cp:revision>
  <dcterms:created xsi:type="dcterms:W3CDTF">2019-10-09T15:30:31Z</dcterms:created>
  <dcterms:modified xsi:type="dcterms:W3CDTF">2019-10-09T18:15:25Z</dcterms:modified>
</cp:coreProperties>
</file>